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88952" cy="1645920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Layer Strategy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vs. Databricks-Native (Lakeflow)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where each tool earns its place in our ingestion-to-consumption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platform / data engineering leadership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decision matters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822960" cy="82296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6" name="Image 0" descr="/home/claude/deck/icon_zap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is moving fast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(formerly Delta Live Tables) shipped major native transformation capabilities through 2026 — this wasn't true a year ago.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1" name="Image 1" descr="/home/claude/deck/icon_layers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670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2918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mid-adoption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8862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standardizing on Databricks for ingestion. The transformation layer decision shapes our architecture for years, not months.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9640" y="2286000"/>
            <a:ext cx="822960" cy="82296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6" name="Image 2" descr="/home/claude/deck/icon_alert_deep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150" y="24835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9640" y="32918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paradigms risk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549640" y="388620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Bolting dbt onto Databricks without a clear boundary creates duplicated orchestration, split lineage, and unclear ownership.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DBT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dbt genuinely earns its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5" name="Image 0" descr="/home/claude/deck/icon_code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201058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828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SQL-first, low barrier to entry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221992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and analytics engineers contribute without learning Spark or Python.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55080" y="1874520"/>
            <a:ext cx="566928" cy="566928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9" name="Image 1" descr="/home/claude/deck/icon_check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143" y="201058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28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testing &amp; documentation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0" y="2221992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test, dbt docs, and an auto-generated lineage graph remain best-in-class for readability.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3" name="Image 2" descr="/home/claude/deck/icon_branch_deep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429658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114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&amp; software discipline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507992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ref(), Jinja macros, version control, and CI/CD bring real engineering rigor to SQL.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55080" y="4160520"/>
            <a:ext cx="566928" cy="566928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7" name="Image 3" descr="/home/claude/deck/icon_target_deep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143" y="429658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14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Warehouse-agnostic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32320" y="4507992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modeling layer works across Snowflake, BigQuery, Redshift — valuable if we ever diversify.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dbt's limitations on Databricks specifically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842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019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Batch-only, SQL-only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streaming support — Databricks' unified batch+streaming model is invisible to dbt.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6248" y="19842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9019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intelligence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12280" y="22402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logic is hand-written (is_incremental()); Lakeflow's materialized views do this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021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a black box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just submits SQL — no cluster, autoscaling, or Photon-level tuning awareness.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56248" y="35844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5021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are post-hoc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12280" y="38404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after materialization; Lakeflow expectations can gate writes inline.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1846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102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DAGs, two orchestrators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05840" y="54406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dbt's DAG nests inside Databricks Jobs — lineage and observability get split.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983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6248" y="518464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51023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Python/ML transforms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544068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complex UDFs live entirely outside dbt's SQL model.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Databricks-native transformation, 2026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5" name="Image 0" descr="/home/claude/deck/icon_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453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Declarative Pipelines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929384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SQL/Python pipelines with automatic orchestration, retries, and dependency management (formerly Delta Live Tables).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5080" y="1600200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9" name="Image 1" descr="/home/claude/deck/icon_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172090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5453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APIs, everywhere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040880" y="1929384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Append, Auto CDC, incremental Replace Where, and Materialized View now reach Databricks SQL and serverless notebooks — not just pipelines.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310128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13" name="Image 2" descr="/home/claude/deck/icon_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3430829"/>
            <a:ext cx="261518" cy="2615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552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Code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63931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with full context across ingestion, transformation, and orchestration — generates pipelines and connectors.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355080" y="3310128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17" name="Image 3" descr="/home/claude/deck/icon_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3430829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2552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Designer (GA)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040880" y="363931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No-code, natural-language pipeline builder — every visual flow runs as a real Spark Declarative Pipeline, zero translation loss.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21" name="Image 4" descr="/home/claude/deck/icon_settin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5140757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9651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Jobs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53492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orchestration for complex DAGs and agent triggers — consolidating tools like Airflow onto one platform.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355080" y="5020056"/>
            <a:ext cx="502920" cy="502920"/>
          </a:xfrm>
          <a:prstGeom prst="ellipse">
            <a:avLst/>
          </a:prstGeom>
          <a:solidFill>
            <a:srgbClr val="2C3D7A"/>
          </a:solidFill>
          <a:ln/>
        </p:spPr>
      </p:sp>
      <p:pic>
        <p:nvPicPr>
          <p:cNvPr id="25" name="Image 5" descr="/home/claude/deck/icon_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5781" y="5140757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496519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Governance-native quality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040880" y="5349240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expectations now live directly in Unity Catalog tables — versioned, auditable, shared across pipelines.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Dimension-by-dimension comparison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480560"/>
        </p:xfrm>
        <a:graphic>
          <a:graphicData uri="http://schemas.openxmlformats.org/drawingml/2006/table">
            <a:tbl>
              <a:tblPr/>
              <a:tblGrid>
                <a:gridCol w="3108960"/>
                <a:gridCol w="3977640"/>
                <a:gridCol w="3977640"/>
              </a:tblGrid>
              <a:tr h="4480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dbt (on Databricks)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Databricks-Native (Lakeflow)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+ Jinja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+ Python, unified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Native, unified with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(is_incremental())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(materialized views)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expectations, gate writes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External, nested in Databricks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single DAG (Lakeflow Jobs)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Unity Catalog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Adapter-level, 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Native, first-class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development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/ community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Genie Code, built-in, context-aware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No-code 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Lakeflow Designer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 across warehouses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Databricks-locked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fundamentally different cost stacks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doesn't execute transformations — it pushes SQL to Databricks and pays a separate platform fee on top of the compute that SQL still consumes.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on Databricks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Cloud platform fee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0815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+ successful-model usage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3685032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compute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160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still runs on Jobs / SQL Warehouse / All-Purpose — billed separately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Databricks-native (Lakeflow)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4206240" cy="246888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compute only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308152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Jobs / Declarative Pipelines DBUs — no added platform license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57784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FCEEE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669280"/>
            <a:ext cx="10378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choosing dbt adds a full licensing layer on top of the compute bill you already pay Databricks. Lakeflow removes that layer entirely.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rates and a worked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COMPUTE (PREMIUM, LIST, US)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Compute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$ / DBU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Lakeflow Jobs — Classic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Lakeflow Declarative Pipelines —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Lakeflow Jobs / Pipelines — Serverless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Classic Warehouse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All-Purpose Compute (interactive)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SQL Warehouse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Compute runs 2–3x cheaper per DBU than the interactive/serverless-SQL paths dbt workloads often land on by default.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CLOUD LICENSING (LIST)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9659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free — 1 seat, no scheduling/CI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$100/seat/month, incl. 15,000 model builds; $0.01 per model over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custom, ~$200–400/seat/month negotiated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20-seat Enterprise contract: $36K–$84K/year (plus Databricks compute)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3977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5-PERSON TEAM, MODERATE VOLUME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75120" y="4572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path: $6K–$18K/yr seats + overages, PLUS the Databricks compute that still executes every model — often $12K–$50K+/yr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541324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Lakeflow-native path: same compute, no seat fee, typically on cheaper Jobs/Pipeline rates instead of interactive or Serverless SQL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hybrid: right tool per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Loader, CDC, streaming &amp; batch ingest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LAKEFLOW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91940" y="3154680"/>
            <a:ext cx="457200" cy="45720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1" name="Image 0" descr="/home/claude/deck/icon_arrow_deep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668" y="3264408"/>
            <a:ext cx="237744" cy="23774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663440" y="196596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22402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3776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Cleansed, incremental, quality-gated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383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views, expectations, streaming joins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3776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LAKEFLOW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069580" y="3154680"/>
            <a:ext cx="457200" cy="457200"/>
          </a:xfrm>
          <a:prstGeom prst="ellipse">
            <a:avLst/>
          </a:prstGeom>
          <a:solidFill>
            <a:srgbClr val="E7EEF3"/>
          </a:solidFill>
          <a:ln/>
        </p:spPr>
      </p:sp>
      <p:pic>
        <p:nvPicPr>
          <p:cNvPr id="19" name="Image 1" descr="/home/claude/deck/icon_arrow_deep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08" y="3264408"/>
            <a:ext cx="237744" cy="23774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641080" y="196596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915400" y="22402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22" name="Text 18"/>
          <p:cNvSpPr/>
          <p:nvPr/>
        </p:nvSpPr>
        <p:spPr>
          <a:xfrm>
            <a:off x="891540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91540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marts, semantic layer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915400" y="3383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Analyst-owned models, tests, docs, metrics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891540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DBT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owns bronze → silver: streaming, incremental efficiency, inline quality gates. dbt owns silver → gold: business logic, testing, and the analyst-facing semantic layer — via the dbt-databricks adapter with Unity Catalog.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85800" y="5806440"/>
            <a:ext cx="10835640" cy="594360"/>
          </a:xfrm>
          <a:prstGeom prst="roundRect">
            <a:avLst>
              <a:gd name="adj" fmla="val 15385"/>
            </a:avLst>
          </a:prstGeom>
          <a:solidFill>
            <a:srgbClr val="FCEEEA"/>
          </a:solidFill>
          <a:ln/>
        </p:spPr>
      </p:sp>
      <p:sp>
        <p:nvSpPr>
          <p:cNvPr id="28" name="Text 24"/>
          <p:cNvSpPr/>
          <p:nvPr/>
        </p:nvSpPr>
        <p:spPr>
          <a:xfrm>
            <a:off x="914400" y="5870448"/>
            <a:ext cx="10378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implication: this keeps dbt's added license cost scoped to gold, where its testing and semantic-layer value justifies it. Every model handled in Lakeflow instead avoids that extra spend entirely.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reach for which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dbt when…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batch, SQL-shaped transformations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includes analysts who need tests + docs + semantic layer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changes frequently and needs analyst review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may need warehouse portability later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214884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1488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Lakeflow when…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88036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or near-real-time transforms are required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processing at scale, without hand-written merge logic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data quality gating must block bad writes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Python/ML-native feature engineering is involved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Layer Strategy  |  dbt vs. Databricks-Native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NEXT STEPS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ask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bronze/silver (Lakeflow) ↔ gold (dbt) split as our working architecture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existing dbt-only pipeline: move its incremental/quality logic to Lakeflow, keep marts in dbt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revisit checkpoint in 6–12 months — Databricks is actively closing dbt's remaining gaps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623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dbt isn't wrong — it's incomplete for what Databricks now does natively. The right architecture uses each tool where it wins.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2026-07-13T11:42:22Z</dcterms:created>
  <dcterms:modified xsi:type="dcterms:W3CDTF">2026-07-13T11:42:22Z</dcterms:modified>
</cp:coreProperties>
</file>